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63" r:id="rId4"/>
    <p:sldId id="258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>
        <p:scale>
          <a:sx n="96" d="100"/>
          <a:sy n="96" d="100"/>
        </p:scale>
        <p:origin x="14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E71-9787-0FE1-D8F9-C8F470724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87A64-B855-186D-43BB-C1BF862AA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5A9FA-9C9B-C4B8-68EF-13CE4318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17083-F3F7-C8FE-A8DA-7C4861A2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313E1-879D-F18D-B45C-A50BA7F5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4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A8D0-BCEE-6813-DBDD-C9A7BFB6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76800-A9C1-96C6-F006-EA8EAC66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22CB1-5185-F034-72AF-B99AD7D6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39A8-999D-4C53-D009-F9952E09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639D3-5409-1F6E-F669-869113A6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3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4F31-B1C8-F603-78C2-971796B2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5258-B84F-A447-3C43-A96CE680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CFD0-ECBF-9B84-83D2-41B0E02A4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145B1-69CB-7B0E-545A-F78EC3D5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6B55-1912-6E15-B206-8E8AD71A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15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3EB7-F9E6-1DE1-F8A2-CDAE6D4B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B2FA-84DE-BD94-94A7-49B01CBDC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D374A-8C08-5EE5-D395-D8944CF2C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B8C61-15CE-2AE6-A497-BF359984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4DFA9-3C34-C2F0-29AE-615A420A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D0D71-396A-A985-C047-C26738ED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3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4D21-AAC6-3100-755E-F113D8BF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6CA65-A999-3C64-A1D4-A4BCFF117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729A8-F3E5-2A27-6AD9-230B67071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EBB37-4A7E-0610-99C5-0040F4CD7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9331A-ABB0-8455-9001-1F5DC1B43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848CF-D522-616B-5623-FA9E336E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A4BDC-B9CD-9B7D-21DB-1294C832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2D768-93AF-6F47-0949-74D33734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5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AB38-54F6-18C5-40CA-F2BC835F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779C4-7A16-D959-9C70-18C29CC7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49960-9066-A235-3AC2-A7A931EC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D758C-4C51-4BB6-1F8F-8261994A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2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4C995-3534-4B5F-50AB-68533C73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C18263-6E89-BDDC-875D-17100467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E09BE-5F5B-1289-0EF2-A4BB65EF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3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0CB3-689B-2254-512D-E1CB733D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7FCB6-96B8-54A3-D6E8-305A72466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83B5E-8F58-738E-26F2-D6C2F4642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A9C0F-FB87-0004-FAE7-0A600453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E2AD2-462F-A282-9546-3BA571EA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FF47B-7189-56A1-63AE-38789881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5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1F9C-7E79-E2D9-9A1D-93FFD8C6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16232-525D-1491-6065-FC09F4D71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29D8F-8CA5-3A2E-13B5-00CE9781A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88F18-F564-BE45-D586-FF1CF936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25A48-7CD6-2889-28DF-E950F959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D0A23-C725-5475-53FC-9C0C4C02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1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1473E-BDF5-755B-3017-22FF2C00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C3B8E-F171-9007-54A7-361AD57EC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BE3D8-522D-016B-509F-E694A513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D36C2-0B3C-67D6-3266-86A80120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FAC1E-C8E3-2E07-B2CD-87E093C3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4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FA00F-8A64-A3E7-799F-444AEBBC5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E1476-F861-7F3B-9FF7-DA121690D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80F3E-BFFC-19EB-72DE-312A5A1F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3F1D9-2574-DA7E-5854-17D08C0B0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F4BC5-0489-9EEE-298E-1114E868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2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E3BF5-01A2-C142-CB9A-E3A1B965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60FCB-1416-5C1B-E540-6BCBBE703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26D1F-879F-EC13-BE88-A7830C99E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1DEDB-43A4-F744-A550-DF85E4DC1635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4240A-BB13-3D3D-B03C-58A255C86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567D5-8B7E-3210-9D15-D88322E7C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4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C8A3F-C6B1-E2B2-7F9C-D18797CC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9A58985-CCF3-C8DF-5D31-CFD75A8A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80" y="246488"/>
            <a:ext cx="10515600" cy="1325563"/>
          </a:xfrm>
        </p:spPr>
        <p:txBody>
          <a:bodyPr/>
          <a:lstStyle/>
          <a:p>
            <a:r>
              <a:rPr lang="en-US" dirty="0"/>
              <a:t>Chrome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EAD03F-3A40-35AB-AA96-B4343F5A44F0}"/>
              </a:ext>
            </a:extLst>
          </p:cNvPr>
          <p:cNvGrpSpPr/>
          <p:nvPr/>
        </p:nvGrpSpPr>
        <p:grpSpPr>
          <a:xfrm>
            <a:off x="750849" y="1536340"/>
            <a:ext cx="10690302" cy="4614448"/>
            <a:chOff x="750849" y="1536340"/>
            <a:chExt cx="10690302" cy="461444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6607C11-A000-215D-2728-AFC0AD13CAAA}"/>
                </a:ext>
              </a:extLst>
            </p:cNvPr>
            <p:cNvGrpSpPr/>
            <p:nvPr/>
          </p:nvGrpSpPr>
          <p:grpSpPr>
            <a:xfrm>
              <a:off x="2209800" y="1690688"/>
              <a:ext cx="7772400" cy="4210541"/>
              <a:chOff x="1984562" y="1690688"/>
              <a:chExt cx="7772400" cy="4210541"/>
            </a:xfrm>
          </p:grpSpPr>
          <p:pic>
            <p:nvPicPr>
              <p:cNvPr id="2" name="Picture 1" descr="A grid of squares with different colors&#10;&#10;AI-generated content may be incorrect.">
                <a:extLst>
                  <a:ext uri="{FF2B5EF4-FFF2-40B4-BE49-F238E27FC236}">
                    <a16:creationId xmlns:a16="http://schemas.microsoft.com/office/drawing/2014/main" id="{02C7B0C8-23FD-B139-50B6-7C7A5DD959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84562" y="1690688"/>
                <a:ext cx="7772400" cy="4210541"/>
              </a:xfrm>
              <a:prstGeom prst="rect">
                <a:avLst/>
              </a:prstGeom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E0BB4C0-0BCB-9B7C-F80A-3A9AAD914CC9}"/>
                  </a:ext>
                </a:extLst>
              </p:cNvPr>
              <p:cNvSpPr/>
              <p:nvPr/>
            </p:nvSpPr>
            <p:spPr>
              <a:xfrm>
                <a:off x="2349500" y="2044700"/>
                <a:ext cx="914400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FCE7F8-84AB-0D61-1B67-9A299828EE30}"/>
                  </a:ext>
                </a:extLst>
              </p:cNvPr>
              <p:cNvSpPr/>
              <p:nvPr/>
            </p:nvSpPr>
            <p:spPr>
              <a:xfrm>
                <a:off x="4114800" y="2044700"/>
                <a:ext cx="1765300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083458D-BFF9-759D-EFA9-9F6494F0EE98}"/>
                  </a:ext>
                </a:extLst>
              </p:cNvPr>
              <p:cNvSpPr/>
              <p:nvPr/>
            </p:nvSpPr>
            <p:spPr>
              <a:xfrm>
                <a:off x="2349500" y="2501900"/>
                <a:ext cx="455168" cy="2657929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08D40B3-69D0-958B-AD40-C6F0BC48BCDA}"/>
                  </a:ext>
                </a:extLst>
              </p:cNvPr>
              <p:cNvSpPr/>
              <p:nvPr/>
            </p:nvSpPr>
            <p:spPr>
              <a:xfrm>
                <a:off x="6286500" y="2070100"/>
                <a:ext cx="1765300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D369EA8-6313-5D28-7D0D-1F008B7E07DE}"/>
                  </a:ext>
                </a:extLst>
              </p:cNvPr>
              <p:cNvSpPr/>
              <p:nvPr/>
            </p:nvSpPr>
            <p:spPr>
              <a:xfrm>
                <a:off x="8920801" y="2527300"/>
                <a:ext cx="455168" cy="2632528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CCE97A-5CEA-99F3-F454-D16B5C744B05}"/>
                  </a:ext>
                </a:extLst>
              </p:cNvPr>
              <p:cNvSpPr/>
              <p:nvPr/>
            </p:nvSpPr>
            <p:spPr>
              <a:xfrm>
                <a:off x="2349499" y="5159828"/>
                <a:ext cx="7026469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759E789-4DB6-3A22-7EBE-B5EF766DD52D}"/>
                  </a:ext>
                </a:extLst>
              </p:cNvPr>
              <p:cNvSpPr/>
              <p:nvPr/>
            </p:nvSpPr>
            <p:spPr>
              <a:xfrm>
                <a:off x="8461568" y="2070100"/>
                <a:ext cx="455168" cy="457199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5C7017-4BBD-0A62-9192-1B6F35CD0CFE}"/>
                </a:ext>
              </a:extLst>
            </p:cNvPr>
            <p:cNvSpPr/>
            <p:nvPr/>
          </p:nvSpPr>
          <p:spPr>
            <a:xfrm>
              <a:off x="3029906" y="2527300"/>
              <a:ext cx="6112067" cy="2607128"/>
            </a:xfrm>
            <a:prstGeom prst="rect">
              <a:avLst/>
            </a:prstGeom>
            <a:solidFill>
              <a:srgbClr val="7F7F7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413057-FFF9-2F87-9089-BE61CA1BBF14}"/>
                </a:ext>
              </a:extLst>
            </p:cNvPr>
            <p:cNvSpPr txBox="1"/>
            <p:nvPr/>
          </p:nvSpPr>
          <p:spPr>
            <a:xfrm>
              <a:off x="2352139" y="1554996"/>
              <a:ext cx="1355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Page select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B615FF-D56E-2B10-CA63-5B6F1EF03735}"/>
                </a:ext>
              </a:extLst>
            </p:cNvPr>
            <p:cNvSpPr txBox="1"/>
            <p:nvPr/>
          </p:nvSpPr>
          <p:spPr>
            <a:xfrm>
              <a:off x="4427879" y="1560900"/>
              <a:ext cx="1677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Pattern looper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B6F951-A8F2-BA4D-3BCF-343FDE390A82}"/>
                </a:ext>
              </a:extLst>
            </p:cNvPr>
            <p:cNvSpPr txBox="1"/>
            <p:nvPr/>
          </p:nvSpPr>
          <p:spPr>
            <a:xfrm>
              <a:off x="6923648" y="1554996"/>
              <a:ext cx="1004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Scenes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069E46-0DDE-A046-6B7B-136105636523}"/>
                </a:ext>
              </a:extLst>
            </p:cNvPr>
            <p:cNvSpPr txBox="1"/>
            <p:nvPr/>
          </p:nvSpPr>
          <p:spPr>
            <a:xfrm>
              <a:off x="8452924" y="1536340"/>
              <a:ext cx="1004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Delete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70E7EC-562B-9295-B63A-82237419D3FF}"/>
                </a:ext>
              </a:extLst>
            </p:cNvPr>
            <p:cNvSpPr txBox="1"/>
            <p:nvPr/>
          </p:nvSpPr>
          <p:spPr>
            <a:xfrm>
              <a:off x="9832457" y="3195793"/>
              <a:ext cx="16086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Toggle playback (hold for gated playback)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D73F38D-477E-63CA-0C65-C5126F613247}"/>
                </a:ext>
              </a:extLst>
            </p:cNvPr>
            <p:cNvSpPr txBox="1"/>
            <p:nvPr/>
          </p:nvSpPr>
          <p:spPr>
            <a:xfrm>
              <a:off x="750849" y="3472791"/>
              <a:ext cx="16086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Arm for recording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0C2B5E-ABE9-C635-F8DD-6FFD9D8F7CA6}"/>
                </a:ext>
              </a:extLst>
            </p:cNvPr>
            <p:cNvSpPr txBox="1"/>
            <p:nvPr/>
          </p:nvSpPr>
          <p:spPr>
            <a:xfrm>
              <a:off x="5051863" y="5781456"/>
              <a:ext cx="20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Master volume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499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C879616-2056-66FE-A440-5E036E167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Tracks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E45F42B-6367-951E-6DCF-07537D49D89C}"/>
              </a:ext>
            </a:extLst>
          </p:cNvPr>
          <p:cNvGrpSpPr/>
          <p:nvPr/>
        </p:nvGrpSpPr>
        <p:grpSpPr>
          <a:xfrm>
            <a:off x="857213" y="1925917"/>
            <a:ext cx="9124987" cy="4216400"/>
            <a:chOff x="857213" y="1925917"/>
            <a:chExt cx="9124987" cy="42164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F85F2E7-7A0D-CF6F-AFE3-5E9BBC533BCD}"/>
                </a:ext>
              </a:extLst>
            </p:cNvPr>
            <p:cNvGrpSpPr/>
            <p:nvPr/>
          </p:nvGrpSpPr>
          <p:grpSpPr>
            <a:xfrm>
              <a:off x="2209800" y="1925917"/>
              <a:ext cx="7772400" cy="4216400"/>
              <a:chOff x="2209800" y="1925917"/>
              <a:chExt cx="7772400" cy="42164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4E1869D-2F1A-4157-76F9-9B076ACE9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/>
            </p:blipFill>
            <p:spPr>
              <a:xfrm>
                <a:off x="2209800" y="1925917"/>
                <a:ext cx="7772400" cy="4216400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9B130C0-3A45-1F5F-402A-8B4917D3133E}"/>
                  </a:ext>
                </a:extLst>
              </p:cNvPr>
              <p:cNvSpPr/>
              <p:nvPr/>
            </p:nvSpPr>
            <p:spPr>
              <a:xfrm>
                <a:off x="2583363" y="2304276"/>
                <a:ext cx="7006686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1E8C5F-C0DD-3F34-B016-278FD20936CF}"/>
                  </a:ext>
                </a:extLst>
              </p:cNvPr>
              <p:cNvSpPr/>
              <p:nvPr/>
            </p:nvSpPr>
            <p:spPr>
              <a:xfrm>
                <a:off x="2583365" y="5400598"/>
                <a:ext cx="7006683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2F3F91-1600-65D0-9942-04EE818B883C}"/>
                  </a:ext>
                </a:extLst>
              </p:cNvPr>
              <p:cNvSpPr/>
              <p:nvPr/>
            </p:nvSpPr>
            <p:spPr>
              <a:xfrm>
                <a:off x="9144000" y="2765502"/>
                <a:ext cx="446048" cy="2635095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35AF841-8971-5263-AEE5-01D0D2A2115E}"/>
                  </a:ext>
                </a:extLst>
              </p:cNvPr>
              <p:cNvSpPr/>
              <p:nvPr/>
            </p:nvSpPr>
            <p:spPr>
              <a:xfrm>
                <a:off x="2583364" y="2765502"/>
                <a:ext cx="446048" cy="2635095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411D329-CBAA-80D9-2188-BB20C19D963B}"/>
                  </a:ext>
                </a:extLst>
              </p:cNvPr>
              <p:cNvSpPr/>
              <p:nvPr/>
            </p:nvSpPr>
            <p:spPr>
              <a:xfrm>
                <a:off x="3029411" y="2719555"/>
                <a:ext cx="6114587" cy="46122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4FB87B0-9DC6-FF02-15BB-E55C2006DF36}"/>
                </a:ext>
              </a:extLst>
            </p:cNvPr>
            <p:cNvSpPr txBox="1"/>
            <p:nvPr/>
          </p:nvSpPr>
          <p:spPr>
            <a:xfrm>
              <a:off x="865306" y="2718212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81E6BA9-9F92-1DCC-CFB6-B6D4AE6A1B92}"/>
                </a:ext>
              </a:extLst>
            </p:cNvPr>
            <p:cNvSpPr/>
            <p:nvPr/>
          </p:nvSpPr>
          <p:spPr>
            <a:xfrm>
              <a:off x="3029409" y="3215241"/>
              <a:ext cx="6114587" cy="392307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DC70D78-C9D2-A674-4112-3C469147F3FC}"/>
                </a:ext>
              </a:extLst>
            </p:cNvPr>
            <p:cNvSpPr/>
            <p:nvPr/>
          </p:nvSpPr>
          <p:spPr>
            <a:xfrm>
              <a:off x="3029405" y="3621823"/>
              <a:ext cx="6114587" cy="46122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465DA5-7097-AC02-5ED6-0AA401780ADE}"/>
                </a:ext>
              </a:extLst>
            </p:cNvPr>
            <p:cNvSpPr/>
            <p:nvPr/>
          </p:nvSpPr>
          <p:spPr>
            <a:xfrm>
              <a:off x="3029397" y="4108812"/>
              <a:ext cx="6114587" cy="415278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B5A478-778D-33B4-3B2F-2CB121B3B0C8}"/>
                </a:ext>
              </a:extLst>
            </p:cNvPr>
            <p:cNvSpPr/>
            <p:nvPr/>
          </p:nvSpPr>
          <p:spPr>
            <a:xfrm>
              <a:off x="3029381" y="4558552"/>
              <a:ext cx="6114587" cy="403792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E68EBB6-7D72-74F5-D215-46E6A0BE5B0C}"/>
                </a:ext>
              </a:extLst>
            </p:cNvPr>
            <p:cNvSpPr/>
            <p:nvPr/>
          </p:nvSpPr>
          <p:spPr>
            <a:xfrm>
              <a:off x="3029349" y="4996806"/>
              <a:ext cx="6114587" cy="378082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BE2FE1-4C13-DAF8-A4BD-9AEE3C0E3627}"/>
                </a:ext>
              </a:extLst>
            </p:cNvPr>
            <p:cNvSpPr txBox="1"/>
            <p:nvPr/>
          </p:nvSpPr>
          <p:spPr>
            <a:xfrm>
              <a:off x="862129" y="3199418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F2BF24-6869-6869-80D9-285A107C5032}"/>
                </a:ext>
              </a:extLst>
            </p:cNvPr>
            <p:cNvSpPr txBox="1"/>
            <p:nvPr/>
          </p:nvSpPr>
          <p:spPr>
            <a:xfrm>
              <a:off x="862129" y="3664670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4D0F92-B626-9FA8-E469-3EF44E4F74A9}"/>
                </a:ext>
              </a:extLst>
            </p:cNvPr>
            <p:cNvSpPr txBox="1"/>
            <p:nvPr/>
          </p:nvSpPr>
          <p:spPr>
            <a:xfrm>
              <a:off x="857214" y="4084565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BC6A06F-589B-B0A6-250B-867BFF8C7742}"/>
                </a:ext>
              </a:extLst>
            </p:cNvPr>
            <p:cNvSpPr txBox="1"/>
            <p:nvPr/>
          </p:nvSpPr>
          <p:spPr>
            <a:xfrm>
              <a:off x="857213" y="4549817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7FDBB3C-3D0F-FF87-FCB1-A76DF85305D4}"/>
                </a:ext>
              </a:extLst>
            </p:cNvPr>
            <p:cNvSpPr txBox="1"/>
            <p:nvPr/>
          </p:nvSpPr>
          <p:spPr>
            <a:xfrm>
              <a:off x="865306" y="4969712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107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2672-E3D3-6410-34F1-DB4A51FA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F649AD-B65B-2876-E58B-C183E918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CUT page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64EF66-8EB7-65A3-00D6-85F6342908A9}"/>
              </a:ext>
            </a:extLst>
          </p:cNvPr>
          <p:cNvGrpSpPr/>
          <p:nvPr/>
        </p:nvGrpSpPr>
        <p:grpSpPr>
          <a:xfrm>
            <a:off x="2209800" y="1737396"/>
            <a:ext cx="7772400" cy="4736248"/>
            <a:chOff x="2209800" y="1737396"/>
            <a:chExt cx="7772400" cy="473624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847C675-2494-CFFA-0C7C-9439AB90E1DD}"/>
                </a:ext>
              </a:extLst>
            </p:cNvPr>
            <p:cNvGrpSpPr/>
            <p:nvPr/>
          </p:nvGrpSpPr>
          <p:grpSpPr>
            <a:xfrm>
              <a:off x="2209800" y="1925647"/>
              <a:ext cx="7772400" cy="4216940"/>
              <a:chOff x="2209800" y="1925647"/>
              <a:chExt cx="7772400" cy="421694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4B025FE-F67B-8EDB-EF19-EDA9B0CB01AB}"/>
                  </a:ext>
                </a:extLst>
              </p:cNvPr>
              <p:cNvGrpSpPr/>
              <p:nvPr/>
            </p:nvGrpSpPr>
            <p:grpSpPr>
              <a:xfrm>
                <a:off x="2209800" y="1925647"/>
                <a:ext cx="7772400" cy="4216940"/>
                <a:chOff x="2209800" y="1925647"/>
                <a:chExt cx="7772400" cy="4216940"/>
              </a:xfrm>
            </p:grpSpPr>
            <p:pic>
              <p:nvPicPr>
                <p:cNvPr id="9" name="Picture 8" descr="A grid of squares with yellow and white squares&#10;&#10;AI-generated content may be incorrect.">
                  <a:extLst>
                    <a:ext uri="{FF2B5EF4-FFF2-40B4-BE49-F238E27FC236}">
                      <a16:creationId xmlns:a16="http://schemas.microsoft.com/office/drawing/2014/main" id="{91FA7AEE-0AD2-955E-65C3-2E582CC23B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209800" y="1925647"/>
                  <a:ext cx="7772400" cy="4216940"/>
                </a:xfrm>
                <a:prstGeom prst="rect">
                  <a:avLst/>
                </a:prstGeom>
              </p:spPr>
            </p:pic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D007FB5-CF4D-C7A6-4E90-B879EC1305D1}"/>
                    </a:ext>
                  </a:extLst>
                </p:cNvPr>
                <p:cNvSpPr/>
                <p:nvPr/>
              </p:nvSpPr>
              <p:spPr>
                <a:xfrm>
                  <a:off x="3468029" y="2304276"/>
                  <a:ext cx="6122020" cy="461226"/>
                </a:xfrm>
                <a:prstGeom prst="rect">
                  <a:avLst/>
                </a:prstGeom>
                <a:solidFill>
                  <a:srgbClr val="7F7F7F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7DE9466-DC79-C0CD-6038-18DD873FBCF2}"/>
                    </a:ext>
                  </a:extLst>
                </p:cNvPr>
                <p:cNvSpPr/>
                <p:nvPr/>
              </p:nvSpPr>
              <p:spPr>
                <a:xfrm>
                  <a:off x="2583365" y="5400598"/>
                  <a:ext cx="7006683" cy="461226"/>
                </a:xfrm>
                <a:prstGeom prst="rect">
                  <a:avLst/>
                </a:prstGeom>
                <a:solidFill>
                  <a:srgbClr val="7F7F7F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B25D718-4660-17D6-5027-C957ED6FDC3C}"/>
                    </a:ext>
                  </a:extLst>
                </p:cNvPr>
                <p:cNvSpPr/>
                <p:nvPr/>
              </p:nvSpPr>
              <p:spPr>
                <a:xfrm>
                  <a:off x="9144000" y="2765502"/>
                  <a:ext cx="446048" cy="2635095"/>
                </a:xfrm>
                <a:prstGeom prst="rect">
                  <a:avLst/>
                </a:prstGeom>
                <a:solidFill>
                  <a:srgbClr val="7F7F7F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9B8990E-91B0-72C2-83E8-472699B82011}"/>
                    </a:ext>
                  </a:extLst>
                </p:cNvPr>
                <p:cNvSpPr/>
                <p:nvPr/>
              </p:nvSpPr>
              <p:spPr>
                <a:xfrm>
                  <a:off x="2583364" y="2765502"/>
                  <a:ext cx="446048" cy="2635095"/>
                </a:xfrm>
                <a:prstGeom prst="rect">
                  <a:avLst/>
                </a:prstGeom>
                <a:solidFill>
                  <a:srgbClr val="7F7F7F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C1877C80-C946-603F-81B8-AD9FB87C79A8}"/>
                    </a:ext>
                  </a:extLst>
                </p:cNvPr>
                <p:cNvSpPr/>
                <p:nvPr/>
              </p:nvSpPr>
              <p:spPr>
                <a:xfrm>
                  <a:off x="2572212" y="2301943"/>
                  <a:ext cx="914400" cy="457200"/>
                </a:xfrm>
                <a:prstGeom prst="rect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99A5C98-8BEB-BF15-CFB0-584B7604A86B}"/>
                    </a:ext>
                  </a:extLst>
                </p:cNvPr>
                <p:cNvSpPr/>
                <p:nvPr/>
              </p:nvSpPr>
              <p:spPr>
                <a:xfrm>
                  <a:off x="4330388" y="3625849"/>
                  <a:ext cx="464636" cy="457200"/>
                </a:xfrm>
                <a:prstGeom prst="rect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DA3E4A49-B3F5-C81F-2587-06F7913E3020}"/>
                    </a:ext>
                  </a:extLst>
                </p:cNvPr>
                <p:cNvSpPr/>
                <p:nvPr/>
              </p:nvSpPr>
              <p:spPr>
                <a:xfrm>
                  <a:off x="6958359" y="4503078"/>
                  <a:ext cx="464636" cy="457200"/>
                </a:xfrm>
                <a:prstGeom prst="rect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281E88A-417F-C3C8-7FD4-D577FBB87472}"/>
                    </a:ext>
                  </a:extLst>
                </p:cNvPr>
                <p:cNvCxnSpPr>
                  <a:stCxn id="15" idx="3"/>
                </p:cNvCxnSpPr>
                <p:nvPr/>
              </p:nvCxnSpPr>
              <p:spPr>
                <a:xfrm>
                  <a:off x="4795024" y="3854449"/>
                  <a:ext cx="669074" cy="0"/>
                </a:xfrm>
                <a:prstGeom prst="straightConnector1">
                  <a:avLst/>
                </a:prstGeom>
                <a:ln w="38100">
                  <a:solidFill>
                    <a:schemeClr val="accent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0ED4CAE8-1848-2DC8-E515-7AAEA148A41C}"/>
                    </a:ext>
                  </a:extLst>
                </p:cNvPr>
                <p:cNvCxnSpPr>
                  <a:cxnSpLocks/>
                  <a:stCxn id="17" idx="1"/>
                </p:cNvCxnSpPr>
                <p:nvPr/>
              </p:nvCxnSpPr>
              <p:spPr>
                <a:xfrm flipH="1">
                  <a:off x="6287427" y="4731678"/>
                  <a:ext cx="670932" cy="0"/>
                </a:xfrm>
                <a:prstGeom prst="straightConnector1">
                  <a:avLst/>
                </a:prstGeom>
                <a:ln w="38100">
                  <a:solidFill>
                    <a:schemeClr val="accent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7C84101F-7E26-6DDB-894B-E1122235FD59}"/>
                    </a:ext>
                  </a:extLst>
                </p:cNvPr>
                <p:cNvSpPr/>
                <p:nvPr/>
              </p:nvSpPr>
              <p:spPr>
                <a:xfrm>
                  <a:off x="6527177" y="3190323"/>
                  <a:ext cx="2204228" cy="457200"/>
                </a:xfrm>
                <a:prstGeom prst="rect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8" name="Elbow Connector 27">
                <a:extLst>
                  <a:ext uri="{FF2B5EF4-FFF2-40B4-BE49-F238E27FC236}">
                    <a16:creationId xmlns:a16="http://schemas.microsoft.com/office/drawing/2014/main" id="{5ECA5C97-FD3E-32AA-DCE7-B6A6F44F7A98}"/>
                  </a:ext>
                </a:extLst>
              </p:cNvPr>
              <p:cNvCxnSpPr>
                <a:stCxn id="25" idx="3"/>
                <a:endCxn id="25" idx="1"/>
              </p:cNvCxnSpPr>
              <p:nvPr/>
            </p:nvCxnSpPr>
            <p:spPr>
              <a:xfrm flipH="1">
                <a:off x="6527177" y="3418923"/>
                <a:ext cx="2204228" cy="12700"/>
              </a:xfrm>
              <a:prstGeom prst="bentConnector5">
                <a:avLst>
                  <a:gd name="adj1" fmla="val -10371"/>
                  <a:gd name="adj2" fmla="val -3336583"/>
                  <a:gd name="adj3" fmla="val 110371"/>
                </a:avLst>
              </a:prstGeom>
              <a:ln w="38100">
                <a:solidFill>
                  <a:schemeClr val="accent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C4A4920-213F-B11C-D4AE-3C7FDE1DD2A8}"/>
                </a:ext>
              </a:extLst>
            </p:cNvPr>
            <p:cNvSpPr txBox="1"/>
            <p:nvPr/>
          </p:nvSpPr>
          <p:spPr>
            <a:xfrm>
              <a:off x="2281895" y="1737396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Page 1: CUT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BD79F66-7498-F538-BB75-051F91AECD82}"/>
                </a:ext>
              </a:extLst>
            </p:cNvPr>
            <p:cNvSpPr txBox="1"/>
            <p:nvPr/>
          </p:nvSpPr>
          <p:spPr>
            <a:xfrm>
              <a:off x="6666472" y="1794337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Looping playhead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809ECF9-541B-4E26-D407-79F20DA03490}"/>
                </a:ext>
              </a:extLst>
            </p:cNvPr>
            <p:cNvSpPr txBox="1"/>
            <p:nvPr/>
          </p:nvSpPr>
          <p:spPr>
            <a:xfrm>
              <a:off x="5125744" y="6104312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Playheads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106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B730-BC5E-EEE7-AB49-606A6F5C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7F5F69-A744-15E1-E88B-247C0337823A}"/>
              </a:ext>
            </a:extLst>
          </p:cNvPr>
          <p:cNvGrpSpPr/>
          <p:nvPr/>
        </p:nvGrpSpPr>
        <p:grpSpPr>
          <a:xfrm>
            <a:off x="2412243" y="1512381"/>
            <a:ext cx="7772400" cy="4384906"/>
            <a:chOff x="2412243" y="1512381"/>
            <a:chExt cx="7772400" cy="438490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975915C-864C-4059-49FB-0FB2E2D4F6C9}"/>
                </a:ext>
              </a:extLst>
            </p:cNvPr>
            <p:cNvGrpSpPr/>
            <p:nvPr/>
          </p:nvGrpSpPr>
          <p:grpSpPr>
            <a:xfrm>
              <a:off x="2412243" y="1685759"/>
              <a:ext cx="7772400" cy="4211528"/>
              <a:chOff x="2412243" y="1685759"/>
              <a:chExt cx="7772400" cy="4211528"/>
            </a:xfrm>
          </p:grpSpPr>
          <p:pic>
            <p:nvPicPr>
              <p:cNvPr id="5" name="Picture 4" descr="A grid of squares with different shades of yellow and white squares&#10;&#10;AI-generated content may be incorrect.">
                <a:extLst>
                  <a:ext uri="{FF2B5EF4-FFF2-40B4-BE49-F238E27FC236}">
                    <a16:creationId xmlns:a16="http://schemas.microsoft.com/office/drawing/2014/main" id="{DCC30411-9FF4-AC1F-CB52-2F8D72A2D0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12243" y="1685759"/>
                <a:ext cx="7772400" cy="4211528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4638C6D-ED9B-4FE6-6B8D-0FEFCB82ED62}"/>
                  </a:ext>
                </a:extLst>
              </p:cNvPr>
              <p:cNvSpPr/>
              <p:nvPr/>
            </p:nvSpPr>
            <p:spPr>
              <a:xfrm>
                <a:off x="3668753" y="2048428"/>
                <a:ext cx="6099716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6E74AC0-A929-CFBE-9B92-2590C4881306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49D8E59-EFFC-24E8-93BC-C6B80FC2046F}"/>
                  </a:ext>
                </a:extLst>
              </p:cNvPr>
              <p:cNvSpPr/>
              <p:nvPr/>
            </p:nvSpPr>
            <p:spPr>
              <a:xfrm>
                <a:off x="9318156" y="2503295"/>
                <a:ext cx="446048" cy="2682021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8B47DC9-7F6B-2AFB-F275-09F56C3B3237}"/>
                  </a:ext>
                </a:extLst>
              </p:cNvPr>
              <p:cNvSpPr/>
              <p:nvPr/>
            </p:nvSpPr>
            <p:spPr>
              <a:xfrm>
                <a:off x="2761784" y="2509654"/>
                <a:ext cx="446048" cy="2675662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5F0023E-7BFB-D749-9CF3-1A99D31AFF9C}"/>
                  </a:ext>
                </a:extLst>
              </p:cNvPr>
              <p:cNvSpPr/>
              <p:nvPr/>
            </p:nvSpPr>
            <p:spPr>
              <a:xfrm>
                <a:off x="2761204" y="2052454"/>
                <a:ext cx="914400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E997F39-F406-DD8D-29DC-F07D99DB033B}"/>
                </a:ext>
              </a:extLst>
            </p:cNvPr>
            <p:cNvSpPr txBox="1"/>
            <p:nvPr/>
          </p:nvSpPr>
          <p:spPr>
            <a:xfrm>
              <a:off x="2460315" y="1512381"/>
              <a:ext cx="1888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Page 2: REC/MIX</a:t>
              </a:r>
            </a:p>
          </p:txBody>
        </p:sp>
        <p:pic>
          <p:nvPicPr>
            <p:cNvPr id="33" name="Picture 32" descr="A yellow and white rectangles&#10;&#10;AI-generated content may be incorrect.">
              <a:extLst>
                <a:ext uri="{FF2B5EF4-FFF2-40B4-BE49-F238E27FC236}">
                  <a16:creationId xmlns:a16="http://schemas.microsoft.com/office/drawing/2014/main" id="{0E10F221-17BA-0C51-3BED-573CF9660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236" t="9533" r="3824" b="6015"/>
            <a:stretch>
              <a:fillRect/>
            </a:stretch>
          </p:blipFill>
          <p:spPr>
            <a:xfrm rot="10800000">
              <a:off x="2817917" y="2088994"/>
              <a:ext cx="804514" cy="368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104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7003-B1CC-C359-9E63-6653C70F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F6C3-9A41-E650-7EAB-F65687F0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49E332-C9BD-99A4-2C0E-3CEA8BFB1CFC}"/>
              </a:ext>
            </a:extLst>
          </p:cNvPr>
          <p:cNvGrpSpPr/>
          <p:nvPr/>
        </p:nvGrpSpPr>
        <p:grpSpPr>
          <a:xfrm>
            <a:off x="2398059" y="1494430"/>
            <a:ext cx="7772400" cy="4740573"/>
            <a:chOff x="2398059" y="1494430"/>
            <a:chExt cx="7772400" cy="474057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136300D-9F2C-FE62-880F-87254B27F4EB}"/>
                </a:ext>
              </a:extLst>
            </p:cNvPr>
            <p:cNvGrpSpPr/>
            <p:nvPr/>
          </p:nvGrpSpPr>
          <p:grpSpPr>
            <a:xfrm>
              <a:off x="2398059" y="1690688"/>
              <a:ext cx="7772400" cy="4211528"/>
              <a:chOff x="2398059" y="1690688"/>
              <a:chExt cx="7772400" cy="4211528"/>
            </a:xfrm>
          </p:grpSpPr>
          <p:pic>
            <p:nvPicPr>
              <p:cNvPr id="5" name="Picture 4" descr="A grid of squares with different shades of yellow and white squares&#10;&#10;AI-generated content may be incorrect.">
                <a:extLst>
                  <a:ext uri="{FF2B5EF4-FFF2-40B4-BE49-F238E27FC236}">
                    <a16:creationId xmlns:a16="http://schemas.microsoft.com/office/drawing/2014/main" id="{EF604C1A-A3BC-6BF0-B541-5B2C3FA6F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98059" y="1690688"/>
                <a:ext cx="7772400" cy="4211528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DF5584F-3375-C5D2-E6C4-29D13A275443}"/>
                  </a:ext>
                </a:extLst>
              </p:cNvPr>
              <p:cNvSpPr/>
              <p:nvPr/>
            </p:nvSpPr>
            <p:spPr>
              <a:xfrm>
                <a:off x="2761784" y="2048428"/>
                <a:ext cx="7006685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FF3C65-C2EB-6D7A-C369-871010039AAA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8DAC13E-B1BD-80C8-34A6-2452E6EE1FA0}"/>
                  </a:ext>
                </a:extLst>
              </p:cNvPr>
              <p:cNvSpPr/>
              <p:nvPr/>
            </p:nvSpPr>
            <p:spPr>
              <a:xfrm>
                <a:off x="5832088" y="2503295"/>
                <a:ext cx="3932116" cy="2682022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5390B45-05DB-BB6C-1684-0FF1CACB8F81}"/>
                  </a:ext>
                </a:extLst>
              </p:cNvPr>
              <p:cNvSpPr/>
              <p:nvPr/>
            </p:nvSpPr>
            <p:spPr>
              <a:xfrm>
                <a:off x="2761784" y="2509654"/>
                <a:ext cx="446048" cy="2635095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80A4D13-1B26-8BD7-DF18-C904BC18F42C}"/>
                  </a:ext>
                </a:extLst>
              </p:cNvPr>
              <p:cNvSpPr/>
              <p:nvPr/>
            </p:nvSpPr>
            <p:spPr>
              <a:xfrm>
                <a:off x="3207832" y="2503294"/>
                <a:ext cx="2624256" cy="2664017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7D1D7D8-D0C6-C1A9-016A-E3680DF38FD6}"/>
                </a:ext>
              </a:extLst>
            </p:cNvPr>
            <p:cNvSpPr txBox="1"/>
            <p:nvPr/>
          </p:nvSpPr>
          <p:spPr>
            <a:xfrm>
              <a:off x="4031067" y="1494430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Mixer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0430330-2094-A3A0-1E64-DF29C7E900C8}"/>
                </a:ext>
              </a:extLst>
            </p:cNvPr>
            <p:cNvSpPr txBox="1"/>
            <p:nvPr/>
          </p:nvSpPr>
          <p:spPr>
            <a:xfrm>
              <a:off x="2815762" y="5865671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Max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A7F881-B94C-01CD-DECF-238DB98A4CBC}"/>
                </a:ext>
              </a:extLst>
            </p:cNvPr>
            <p:cNvSpPr txBox="1"/>
            <p:nvPr/>
          </p:nvSpPr>
          <p:spPr>
            <a:xfrm>
              <a:off x="5593616" y="5865671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872BB0-65E2-8166-F892-553D1259C384}"/>
                </a:ext>
              </a:extLst>
            </p:cNvPr>
            <p:cNvSpPr txBox="1"/>
            <p:nvPr/>
          </p:nvSpPr>
          <p:spPr>
            <a:xfrm>
              <a:off x="3978059" y="5865671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Unity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0841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F8F8-527C-F76C-D213-B8E55051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84EA-5333-0294-1455-F791827D0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1BC462-F6D9-D68A-110C-88FD6BB733FB}"/>
              </a:ext>
            </a:extLst>
          </p:cNvPr>
          <p:cNvGrpSpPr/>
          <p:nvPr/>
        </p:nvGrpSpPr>
        <p:grpSpPr>
          <a:xfrm>
            <a:off x="2398059" y="1454279"/>
            <a:ext cx="7772400" cy="4447937"/>
            <a:chOff x="2398059" y="1454279"/>
            <a:chExt cx="7772400" cy="444793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B282EB8-868E-9BFE-8B6A-0B6F0DB33A4F}"/>
                </a:ext>
              </a:extLst>
            </p:cNvPr>
            <p:cNvGrpSpPr/>
            <p:nvPr/>
          </p:nvGrpSpPr>
          <p:grpSpPr>
            <a:xfrm>
              <a:off x="2398059" y="1690688"/>
              <a:ext cx="7772400" cy="4211528"/>
              <a:chOff x="2398059" y="1690688"/>
              <a:chExt cx="7772400" cy="4211528"/>
            </a:xfrm>
          </p:grpSpPr>
          <p:pic>
            <p:nvPicPr>
              <p:cNvPr id="5" name="Picture 4" descr="A grid of squares with different shades of yellow and white squares&#10;&#10;AI-generated content may be incorrect.">
                <a:extLst>
                  <a:ext uri="{FF2B5EF4-FFF2-40B4-BE49-F238E27FC236}">
                    <a16:creationId xmlns:a16="http://schemas.microsoft.com/office/drawing/2014/main" id="{519A4BA0-8861-E4FF-B571-5CEF793F3A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98059" y="1690688"/>
                <a:ext cx="7772400" cy="4211528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421F09A-CB26-4DCC-6AC5-E12DDCD015AE}"/>
                  </a:ext>
                </a:extLst>
              </p:cNvPr>
              <p:cNvSpPr/>
              <p:nvPr/>
            </p:nvSpPr>
            <p:spPr>
              <a:xfrm>
                <a:off x="2761784" y="2048428"/>
                <a:ext cx="7006685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0DF4A4F-2DF4-9A8E-EDA9-15552ECB6F21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C995D87-8043-BE74-A50D-60C02903E464}"/>
                  </a:ext>
                </a:extLst>
              </p:cNvPr>
              <p:cNvSpPr/>
              <p:nvPr/>
            </p:nvSpPr>
            <p:spPr>
              <a:xfrm>
                <a:off x="6278136" y="2495193"/>
                <a:ext cx="3486068" cy="2690124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0E253CF-CAC1-C051-1B8A-15BB081D554C}"/>
                  </a:ext>
                </a:extLst>
              </p:cNvPr>
              <p:cNvSpPr/>
              <p:nvPr/>
            </p:nvSpPr>
            <p:spPr>
              <a:xfrm>
                <a:off x="2761783" y="2509654"/>
                <a:ext cx="3072163" cy="2690124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7F7AEC2-5FAE-7F08-BDE8-73082579B1C4}"/>
                  </a:ext>
                </a:extLst>
              </p:cNvPr>
              <p:cNvSpPr/>
              <p:nvPr/>
            </p:nvSpPr>
            <p:spPr>
              <a:xfrm>
                <a:off x="5838211" y="2495192"/>
                <a:ext cx="446048" cy="2664017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1F48142-49BB-9385-BE6B-842E1D2F47CD}"/>
                </a:ext>
              </a:extLst>
            </p:cNvPr>
            <p:cNvSpPr txBox="1"/>
            <p:nvPr/>
          </p:nvSpPr>
          <p:spPr>
            <a:xfrm>
              <a:off x="5245669" y="1454279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Toggle reverse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785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06A3A-5A51-3527-595D-3A89D859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C633D-94C8-8622-05B0-3ACEDE08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4F1A53-B4FD-EF3B-0C1F-67B74CACF892}"/>
              </a:ext>
            </a:extLst>
          </p:cNvPr>
          <p:cNvGrpSpPr/>
          <p:nvPr/>
        </p:nvGrpSpPr>
        <p:grpSpPr>
          <a:xfrm>
            <a:off x="2398059" y="1488608"/>
            <a:ext cx="7772400" cy="4660443"/>
            <a:chOff x="2398059" y="1488608"/>
            <a:chExt cx="7772400" cy="466044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F8FE613-B015-E280-C15D-A83DB0A91E46}"/>
                </a:ext>
              </a:extLst>
            </p:cNvPr>
            <p:cNvGrpSpPr/>
            <p:nvPr/>
          </p:nvGrpSpPr>
          <p:grpSpPr>
            <a:xfrm>
              <a:off x="2398059" y="1690688"/>
              <a:ext cx="7772400" cy="4211528"/>
              <a:chOff x="2398059" y="1690688"/>
              <a:chExt cx="7772400" cy="4211528"/>
            </a:xfrm>
          </p:grpSpPr>
          <p:pic>
            <p:nvPicPr>
              <p:cNvPr id="5" name="Picture 4" descr="A grid of squares with different shades of yellow and white squares&#10;&#10;AI-generated content may be incorrect.">
                <a:extLst>
                  <a:ext uri="{FF2B5EF4-FFF2-40B4-BE49-F238E27FC236}">
                    <a16:creationId xmlns:a16="http://schemas.microsoft.com/office/drawing/2014/main" id="{8241CF04-7029-945C-4669-F7858E9553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98059" y="1690688"/>
                <a:ext cx="7772400" cy="4211528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16767E-6DC3-E0B6-3FF2-205751F54A78}"/>
                  </a:ext>
                </a:extLst>
              </p:cNvPr>
              <p:cNvSpPr/>
              <p:nvPr/>
            </p:nvSpPr>
            <p:spPr>
              <a:xfrm>
                <a:off x="2761784" y="2048428"/>
                <a:ext cx="7006685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CAB7BD6-9F1F-245D-2C81-BA4594E84CB8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401FF23-59EB-1400-7F0F-852A006038F4}"/>
                  </a:ext>
                </a:extLst>
              </p:cNvPr>
              <p:cNvSpPr/>
              <p:nvPr/>
            </p:nvSpPr>
            <p:spPr>
              <a:xfrm>
                <a:off x="9333570" y="2509655"/>
                <a:ext cx="430633" cy="2675662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86D435-7E10-14F0-CEFD-EE814F63023E}"/>
                  </a:ext>
                </a:extLst>
              </p:cNvPr>
              <p:cNvSpPr/>
              <p:nvPr/>
            </p:nvSpPr>
            <p:spPr>
              <a:xfrm>
                <a:off x="2761784" y="2509654"/>
                <a:ext cx="3512088" cy="2664017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8ED1709-599B-588E-FBD9-A27C74F17687}"/>
                  </a:ext>
                </a:extLst>
              </p:cNvPr>
              <p:cNvSpPr/>
              <p:nvPr/>
            </p:nvSpPr>
            <p:spPr>
              <a:xfrm>
                <a:off x="6278137" y="2515076"/>
                <a:ext cx="3051168" cy="2664017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37898A-17A5-94DF-F87E-803A5965AC7E}"/>
                </a:ext>
              </a:extLst>
            </p:cNvPr>
            <p:cNvSpPr txBox="1"/>
            <p:nvPr/>
          </p:nvSpPr>
          <p:spPr>
            <a:xfrm>
              <a:off x="6457949" y="1488608"/>
              <a:ext cx="28694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Recording/playback speed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970BF9-E75A-43CC-315B-C86FB0AFC03D}"/>
                </a:ext>
              </a:extLst>
            </p:cNvPr>
            <p:cNvSpPr txBox="1"/>
            <p:nvPr/>
          </p:nvSpPr>
          <p:spPr>
            <a:xfrm>
              <a:off x="5984938" y="5779719"/>
              <a:ext cx="3553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1/4x   1/2x   2/3x  </a:t>
              </a:r>
              <a:r>
                <a:rPr lang="en-US" b="1" dirty="0"/>
                <a:t>1x</a:t>
              </a:r>
              <a:r>
                <a:rPr lang="en-US" dirty="0"/>
                <a:t>    3/2x   2x    4x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27F717-DAAC-4D2F-551E-31AA4B5859DE}"/>
                </a:ext>
              </a:extLst>
            </p:cNvPr>
            <p:cNvSpPr txBox="1"/>
            <p:nvPr/>
          </p:nvSpPr>
          <p:spPr>
            <a:xfrm>
              <a:off x="4345761" y="5779719"/>
              <a:ext cx="1718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Speed options: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2169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76</Words>
  <Application>Microsoft Macintosh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Chrome</vt:lpstr>
      <vt:lpstr>Tracks</vt:lpstr>
      <vt:lpstr>CUT page</vt:lpstr>
      <vt:lpstr>REC page</vt:lpstr>
      <vt:lpstr>REC page</vt:lpstr>
      <vt:lpstr>REC page</vt:lpstr>
      <vt:lpstr>REC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Dune Desormeaux</dc:creator>
  <cp:lastModifiedBy>Dune Desormeaux</cp:lastModifiedBy>
  <cp:revision>12</cp:revision>
  <dcterms:created xsi:type="dcterms:W3CDTF">2026-04-27T22:26:19Z</dcterms:created>
  <dcterms:modified xsi:type="dcterms:W3CDTF">2026-04-28T00:00:34Z</dcterms:modified>
</cp:coreProperties>
</file>