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9"/>
    <p:restoredTop sz="94620"/>
  </p:normalViewPr>
  <p:slideViewPr>
    <p:cSldViewPr snapToGrid="0">
      <p:cViewPr varScale="1">
        <p:scale>
          <a:sx n="200" d="100"/>
          <a:sy n="200" d="100"/>
        </p:scale>
        <p:origin x="336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A32CE-2B1E-51BC-AA67-778A4AF7FC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7A294E-0623-8697-118B-D30FB708D4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94AC13-D870-29F2-0F7F-3EBDD8D56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3F2C2-4DCE-B34A-B9F0-2D739A90E669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FFD7B8-846F-0D97-A37D-11C21AE43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D1915A-EF3D-024A-C77D-619B8A8D9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FC8FA-683E-0544-90D3-0E600E867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949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77BC5-D089-A071-FD5A-D82587507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DF332-C18D-9990-3E08-EC7B35B029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CE90A-72BE-D64B-7721-8E619BD50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3F2C2-4DCE-B34A-B9F0-2D739A90E669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668B9C-5D7A-58F2-A396-8991DBE2D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B8635-5BFC-51C7-25EE-83BAD021C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FC8FA-683E-0544-90D3-0E600E867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298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1BCD7-EEDB-1770-FB3B-4608E9666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454B64-1350-F9C3-37C0-8CA13E92F9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D7A52-CF22-D5B5-6486-A0FD9806E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3F2C2-4DCE-B34A-B9F0-2D739A90E669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DF39F8-DC6F-98DD-261D-9F47C4693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2B6D8D-9514-869F-A81D-6B5847BFD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FC8FA-683E-0544-90D3-0E600E867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747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54DDF-BD1C-6845-85D4-84CBAD3BF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2F132-4A3A-8910-5FBD-4FB9A1EE9D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F72920-ACB8-BBAC-4AB4-E0434578A0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3866B7-645B-FC60-4912-FD7FE3E49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3F2C2-4DCE-B34A-B9F0-2D739A90E669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3B9417-46AD-4C0A-25F3-D740414AE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D28803-68E0-0904-2C5D-B51550E7D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FC8FA-683E-0544-90D3-0E600E867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224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CD747-268C-E436-ED5B-7FEB8518D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AAB3D0-A52F-3D99-F6FF-2195F3DB11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299A7A-321F-F8D2-1FFD-D38CD2E8FA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4311BD-54CD-CDBF-7792-172E8815A9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13A599-CC41-6CE4-40FF-36CB20A41C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BE65E7-495E-A0F5-B9D6-100C8BF35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3F2C2-4DCE-B34A-B9F0-2D739A90E669}" type="datetimeFigureOut">
              <a:rPr lang="en-US" smtClean="0"/>
              <a:t>5/1/26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9506D2-6777-508F-1426-F4AEB04B9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8F244B-55B0-02D0-2207-8824863FC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FC8FA-683E-0544-90D3-0E600E867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694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E786E-D91C-7322-71BB-6259CB713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BBD967-AED1-336F-3246-29BF80D22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3F2C2-4DCE-B34A-B9F0-2D739A90E669}" type="datetimeFigureOut">
              <a:rPr lang="en-US" smtClean="0"/>
              <a:t>5/1/26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9E3FC5-079B-6281-9ED2-1C96BF98B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10C3AA-3E09-1A70-78CF-C46E26BCD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FC8FA-683E-0544-90D3-0E600E867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931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EE3E76-F56F-AC72-6EC0-BEAB7BC31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3F2C2-4DCE-B34A-B9F0-2D739A90E669}" type="datetimeFigureOut">
              <a:rPr lang="en-US" smtClean="0"/>
              <a:t>5/1/26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3B0503-DC75-8EC5-EAEF-2E1BC54A9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05051B-4CBC-838B-436B-CAC4BD91C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FC8FA-683E-0544-90D3-0E600E867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855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43372-78A4-A246-B811-4EF3F04B6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3836A-2A0A-F873-FB75-51DCECF1C1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D6325B-7300-9B16-2A52-918EA6CB60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3552D5-A49E-DE45-EAE3-884BE76E7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3F2C2-4DCE-B34A-B9F0-2D739A90E669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3FBC32-703D-3ACD-788D-527FCA820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E6F592-95B2-5CB9-F444-DC73E1930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FC8FA-683E-0544-90D3-0E600E867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230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E5EF4-D2CC-864E-6088-028BF65A1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82CD33-5CCF-451F-DAC0-C8E1603A75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F8B565-A0D1-7C38-0C14-FA935B5111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3C56E1-00DB-8D34-55DC-B1DB08C59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3F2C2-4DCE-B34A-B9F0-2D739A90E669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12EED-C736-A73C-69E6-02EABC746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351382-F39C-86EC-3D0F-390FDE54B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FC8FA-683E-0544-90D3-0E600E867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516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B3946-1C77-D3AE-A11F-372C4E53E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A26DED-4245-6C14-E76B-680744B457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33AB5-3FAC-806E-7575-3398C6C02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3F2C2-4DCE-B34A-B9F0-2D739A90E669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6F3583-7B6A-352C-0B23-5F037E4C0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739D69-EBC7-189E-648F-9BECC12A8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FC8FA-683E-0544-90D3-0E600E867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988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D18BC6-1CDF-B0F3-26AC-3036D92189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473D8E-20D2-3D97-9A73-FC783AABCE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0F2854-88A6-B493-75AF-5C97A719E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3F2C2-4DCE-B34A-B9F0-2D739A90E669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7B3CAC-0CF4-F5C8-F6F8-DAEDBCF9C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9E0A44-AD19-2D89-518A-6CBF649FB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FC8FA-683E-0544-90D3-0E600E867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474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5C489E-D617-2D01-EA70-E12E503BA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6438B1-538C-8A72-AF3C-CF34E3D189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8A0B8-CF85-5140-DA09-94793D8424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93F2C2-4DCE-B34A-B9F0-2D739A90E669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D2992A-825D-6210-A7BC-3BB566592C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083A4D-C7FA-776E-B37B-3F0CE17D22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6FC8FA-683E-0544-90D3-0E600E8675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445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6BE0CE0-1F34-E6AF-1C21-A249039F578A}"/>
              </a:ext>
            </a:extLst>
          </p:cNvPr>
          <p:cNvGrpSpPr/>
          <p:nvPr/>
        </p:nvGrpSpPr>
        <p:grpSpPr>
          <a:xfrm>
            <a:off x="3669376" y="-420790"/>
            <a:ext cx="3218262" cy="6802540"/>
            <a:chOff x="7272285" y="-400173"/>
            <a:chExt cx="3218262" cy="680254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5913A50-C4DA-2183-419E-545C02095B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92996" y="-400173"/>
              <a:ext cx="2497551" cy="680254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6EE23E4-B5BB-710B-09AC-8421A3A69F65}"/>
                </a:ext>
              </a:extLst>
            </p:cNvPr>
            <p:cNvSpPr/>
            <p:nvPr/>
          </p:nvSpPr>
          <p:spPr>
            <a:xfrm>
              <a:off x="8615963" y="943496"/>
              <a:ext cx="995819" cy="54888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Main Vol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A31D946-A487-3BDE-5DF8-E879C758AF71}"/>
                </a:ext>
              </a:extLst>
            </p:cNvPr>
            <p:cNvSpPr/>
            <p:nvPr/>
          </p:nvSpPr>
          <p:spPr>
            <a:xfrm rot="18958174">
              <a:off x="8500209" y="1705103"/>
              <a:ext cx="526563" cy="30751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Silence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4EE6E30-CA1D-E13D-FB81-FF8C84F2ED4F}"/>
                </a:ext>
              </a:extLst>
            </p:cNvPr>
            <p:cNvSpPr/>
            <p:nvPr/>
          </p:nvSpPr>
          <p:spPr>
            <a:xfrm rot="2813748">
              <a:off x="9232634" y="1718946"/>
              <a:ext cx="526563" cy="20097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Max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BCFE8A3-8566-CDF2-02CB-780ED826F17D}"/>
                </a:ext>
              </a:extLst>
            </p:cNvPr>
            <p:cNvSpPr/>
            <p:nvPr/>
          </p:nvSpPr>
          <p:spPr>
            <a:xfrm>
              <a:off x="9436058" y="2093078"/>
              <a:ext cx="592317" cy="23331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Record armed track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03E601D-17C5-9170-F347-14F8575D0ED3}"/>
                </a:ext>
              </a:extLst>
            </p:cNvPr>
            <p:cNvSpPr/>
            <p:nvPr/>
          </p:nvSpPr>
          <p:spPr>
            <a:xfrm>
              <a:off x="9387759" y="2352068"/>
              <a:ext cx="640615" cy="154525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Playback only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EBC73A6-13AD-DAD4-6BBD-1654034B67DD}"/>
                </a:ext>
              </a:extLst>
            </p:cNvPr>
            <p:cNvSpPr/>
            <p:nvPr/>
          </p:nvSpPr>
          <p:spPr>
            <a:xfrm>
              <a:off x="9436055" y="2532274"/>
              <a:ext cx="592317" cy="17582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Record armed track</a:t>
              </a:r>
              <a:endParaRPr lang="en-US" sz="7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F083A85-EF47-4A42-74EB-E9C78CA382B2}"/>
                </a:ext>
              </a:extLst>
            </p:cNvPr>
            <p:cNvSpPr/>
            <p:nvPr/>
          </p:nvSpPr>
          <p:spPr>
            <a:xfrm>
              <a:off x="8250856" y="2220858"/>
              <a:ext cx="506552" cy="23331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Input gain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C2AB4EC-F380-3F77-37ED-30A8FDD2F159}"/>
                </a:ext>
              </a:extLst>
            </p:cNvPr>
            <p:cNvSpPr/>
            <p:nvPr/>
          </p:nvSpPr>
          <p:spPr>
            <a:xfrm>
              <a:off x="8171943" y="3069215"/>
              <a:ext cx="450547" cy="23331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Input L/mono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9CF5E3C-BB65-0CE7-2C0F-9FB38982268B}"/>
                </a:ext>
              </a:extLst>
            </p:cNvPr>
            <p:cNvSpPr txBox="1"/>
            <p:nvPr/>
          </p:nvSpPr>
          <p:spPr>
            <a:xfrm>
              <a:off x="9117672" y="2848910"/>
              <a:ext cx="5822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b="1" dirty="0">
                  <a:solidFill>
                    <a:srgbClr val="00B0F0"/>
                  </a:solidFill>
                </a:rPr>
                <a:t>CHAN 1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72527E8-D3E7-A720-55C3-B2C08D78AA5E}"/>
                </a:ext>
              </a:extLst>
            </p:cNvPr>
            <p:cNvSpPr txBox="1"/>
            <p:nvPr/>
          </p:nvSpPr>
          <p:spPr>
            <a:xfrm>
              <a:off x="9535652" y="2859822"/>
              <a:ext cx="58225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b="1" dirty="0">
                  <a:solidFill>
                    <a:srgbClr val="7030A0"/>
                  </a:solidFill>
                </a:rPr>
                <a:t>CHAN 2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0BB5CC7-F515-4505-598C-99FBEC57F8B7}"/>
                </a:ext>
              </a:extLst>
            </p:cNvPr>
            <p:cNvSpPr txBox="1"/>
            <p:nvPr/>
          </p:nvSpPr>
          <p:spPr>
            <a:xfrm>
              <a:off x="7272285" y="2893482"/>
              <a:ext cx="81479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b="1" dirty="0">
                  <a:solidFill>
                    <a:srgbClr val="00B0F0"/>
                  </a:solidFill>
                </a:rPr>
                <a:t>Mono or stereo based on UF2 installed</a:t>
              </a:r>
            </a:p>
          </p:txBody>
        </p: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15E36391-1DAE-2358-B9B8-B77E60D8478A}"/>
              </a:ext>
            </a:extLst>
          </p:cNvPr>
          <p:cNvSpPr/>
          <p:nvPr/>
        </p:nvSpPr>
        <p:spPr>
          <a:xfrm>
            <a:off x="5068455" y="3048598"/>
            <a:ext cx="450547" cy="23331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Input R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94F36C8-6E6A-1026-8722-B7E7C576FFE6}"/>
              </a:ext>
            </a:extLst>
          </p:cNvPr>
          <p:cNvSpPr/>
          <p:nvPr/>
        </p:nvSpPr>
        <p:spPr>
          <a:xfrm>
            <a:off x="5537433" y="3048598"/>
            <a:ext cx="450547" cy="23331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Output L/mono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576E9B1-6603-41CF-164B-4AA70481C5C6}"/>
              </a:ext>
            </a:extLst>
          </p:cNvPr>
          <p:cNvSpPr/>
          <p:nvPr/>
        </p:nvSpPr>
        <p:spPr>
          <a:xfrm>
            <a:off x="6018423" y="3040712"/>
            <a:ext cx="450547" cy="23331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Output R</a:t>
            </a:r>
          </a:p>
        </p:txBody>
      </p:sp>
    </p:spTree>
    <p:extLst>
      <p:ext uri="{BB962C8B-B14F-4D97-AF65-F5344CB8AC3E}">
        <p14:creationId xmlns:p14="http://schemas.microsoft.com/office/powerpoint/2010/main" val="3462367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37</Words>
  <Application>Microsoft Macintosh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Dune Desormeaux</dc:creator>
  <cp:lastModifiedBy>Dune Desormeaux</cp:lastModifiedBy>
  <cp:revision>1</cp:revision>
  <dcterms:created xsi:type="dcterms:W3CDTF">2026-05-01T15:33:29Z</dcterms:created>
  <dcterms:modified xsi:type="dcterms:W3CDTF">2026-05-01T16:54:29Z</dcterms:modified>
</cp:coreProperties>
</file>